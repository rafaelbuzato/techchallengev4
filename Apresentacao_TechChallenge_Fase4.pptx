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Stock Price Predictor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E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PETR4.SA — Petrobras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Engineering  |  POSTECH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modelo preditivo de redes neurais LSTM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o preço de fechamento de ações da bolsa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escolhida: Petrobras (PETR4.SA)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completa: dados → modelo → API → produção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Janeiro/2018 a Dezembro/2024 — 1.738 pregões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91440" cy="3840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09728" cy="6949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1051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LSTM + modelo salvo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64792"/>
            <a:ext cx="109728" cy="69494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18562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18562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com FastAPI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8412480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9464"/>
            <a:ext cx="109728" cy="69494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609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monitoring/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26609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266090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+ Prometheus + Grafana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8412480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74136"/>
            <a:ext cx="109728" cy="694944"/>
          </a:xfrm>
          <a:prstGeom prst="rect">
            <a:avLst/>
          </a:prstGeom>
          <a:solidFill>
            <a:srgbClr val="F0E68C"/>
          </a:solidFill>
          <a:ln w="12700">
            <a:solidFill>
              <a:srgbClr val="F0E6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655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34640" y="346557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0" y="346557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testes automatizados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4178808"/>
            <a:ext cx="8412480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78808"/>
            <a:ext cx="109728" cy="69494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+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834640" y="42702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42702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containerizado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LSTM — Arquitetura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91440" cy="3840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566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453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128 unidades 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return_sequences=True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020824"/>
            <a:ext cx="3566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574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20%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532888"/>
            <a:ext cx="3566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694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64 unidades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044952"/>
            <a:ext cx="3566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815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557016"/>
            <a:ext cx="3566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935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 (ReLU)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069080"/>
            <a:ext cx="356616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056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 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— preço previsto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914400"/>
            <a:ext cx="91440" cy="3840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15453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entrada: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057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Otimizador: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2569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perda: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0815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EarlyStopping: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Paciência: 10 épocas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5935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dos dados: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treino / 20% teste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105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 executadas: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(parada antecipada)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22860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1097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22860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109728"/>
          </a:xfrm>
          <a:prstGeom prst="rect">
            <a:avLst/>
          </a:prstGeom>
          <a:solidFill>
            <a:srgbClr val="F0E68C"/>
          </a:solidFill>
          <a:ln w="12700">
            <a:solidFill>
              <a:srgbClr val="F0E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29184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22860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51760" cy="1097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2648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Percentual 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8412480" cy="6583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38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convergiu em 42 épocas  •  Erro médio inferior a 4% do preço real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teste: 348 amostras (20% dos dados)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— FastAPI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69848"/>
            <a:ext cx="777240" cy="43891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069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06984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0698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modelo e da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728216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37944"/>
            <a:ext cx="777240" cy="4389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79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18379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83794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183794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preços futuros (1–30 dias)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96312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06040"/>
            <a:ext cx="777240" cy="438912"/>
          </a:xfrm>
          <a:prstGeom prst="rect">
            <a:avLst/>
          </a:prstGeom>
          <a:solidFill>
            <a:srgbClr val="F0E68C"/>
          </a:solidFill>
          <a:ln w="12700">
            <a:solidFill>
              <a:srgbClr val="F0E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0604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6060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/metrics-summary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26060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26060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 e tempo de resposta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264408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74136"/>
            <a:ext cx="777240" cy="438912"/>
          </a:xfrm>
          <a:prstGeom prst="rect">
            <a:avLst/>
          </a:prstGeom>
          <a:solidFill>
            <a:srgbClr val="F0E68C"/>
          </a:solidFill>
          <a:ln w="12700">
            <a:solidFill>
              <a:srgbClr val="F0E6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7413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3741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37413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337413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para Prometheus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032504"/>
            <a:ext cx="84124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42232"/>
            <a:ext cx="777240" cy="43891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422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142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41422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97680" y="414223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Swagger UI automática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Previsão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91440" cy="3840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60 preços históricos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fechamento da PETR4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days_ahead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dos últimos preços: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0E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30.77, 31.14, 31.06, ...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0E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31.7, 31.6, 32.07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60120"/>
            <a:ext cx="91440" cy="3840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"ticker": "PETR4.SA",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32.15,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32.21,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32.18,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32.24,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32.29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"days_ahead": 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"model_version": "1.0.0"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822960"/>
            <a:ext cx="2103120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822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testes 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697480" cy="22860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83080"/>
            <a:ext cx="269748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test_preprocessing.py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3774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MinMax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sequências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treino/teste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MAE/RMSE/MAPE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783080"/>
            <a:ext cx="2697480" cy="22860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783080"/>
            <a:ext cx="2697480" cy="91440"/>
          </a:xfrm>
          <a:prstGeom prst="rect">
            <a:avLst/>
          </a:prstGeom>
          <a:solidFill>
            <a:srgbClr val="F0E68C"/>
          </a:solidFill>
          <a:ln w="12700">
            <a:solidFill>
              <a:srgbClr val="F0E6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test_model.py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23774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do modelo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de inputs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do scaler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1783080"/>
            <a:ext cx="2697480" cy="22860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783080"/>
            <a:ext cx="269748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test_api.py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9048" y="23774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endpoints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de entrada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422 e 503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não carregado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850392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79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código: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api/main.py  </a:t>
            </a:r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api/schemas.py  </a:t>
            </a:r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monitoring/middleware.py  </a:t>
            </a:r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E68C"/>
          </a:solidFill>
          <a:ln w="12700">
            <a:solidFill>
              <a:srgbClr val="F0E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Monitoramento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58A6FF">
              <a:alpha val="60000"/>
            </a:srgbClr>
          </a:solidFill>
          <a:ln w="12700">
            <a:solidFill>
              <a:srgbClr val="58A6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91440" cy="3840480"/>
          </a:xfrm>
          <a:prstGeom prst="rect">
            <a:avLst/>
          </a:prstGeom>
          <a:solidFill>
            <a:srgbClr val="F0E68C"/>
          </a:solidFill>
          <a:ln w="12700">
            <a:solidFill>
              <a:srgbClr val="F0E6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nuvem: Railway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automático em falhas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PORT dinâmica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configurado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60120"/>
            <a:ext cx="91440" cy="3840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estruturados por requisição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em 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 memória em tempo real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Prometheus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incluído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Projeto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pré-processamento 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yfinance, 1.738 registros (2018–2024)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LSTM 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MAPE de 3.62% — erro inferior a 4%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2768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FastAPI com 5 endpoints + Swagger 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88950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66 testes, 97% de cobertura de código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5021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Containerização completa + docker-compose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 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Railway — API disponível online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github.com/rafaelbuzato/TechChallengeV4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API: </a:t>
            </a:r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 (produção)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Fase 4 - LSTM PETR4</dc:title>
  <dc:subject>PptxGenJS Presentation</dc:subject>
  <dc:creator>PptxGenJS</dc:creator>
  <cp:lastModifiedBy>PptxGenJS</cp:lastModifiedBy>
  <cp:revision>1</cp:revision>
  <dcterms:created xsi:type="dcterms:W3CDTF">2026-05-04T18:54:30Z</dcterms:created>
  <dcterms:modified xsi:type="dcterms:W3CDTF">2026-05-04T18:54:30Z</dcterms:modified>
</cp:coreProperties>
</file>